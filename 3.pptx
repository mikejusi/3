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6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74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21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098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13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44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16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11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08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28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74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F1C5C-CF09-48C1-9061-2CAE95770CE8}" type="datetimeFigureOut">
              <a:rPr lang="ru-RU" smtClean="0"/>
              <a:t>09.04.2022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A14F9-A66F-4D35-9A41-C4A5F5810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19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6439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Jusi</dc:creator>
  <cp:lastModifiedBy>Jusi</cp:lastModifiedBy>
  <cp:revision>1</cp:revision>
  <dcterms:created xsi:type="dcterms:W3CDTF">2022-04-09T05:57:14Z</dcterms:created>
  <dcterms:modified xsi:type="dcterms:W3CDTF">2022-04-09T05:57:58Z</dcterms:modified>
</cp:coreProperties>
</file>